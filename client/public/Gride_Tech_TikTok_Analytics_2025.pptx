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TikTok 2025 Engagement Overview – Gride Technology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600"/>
                </a:solidFill>
              </a:defRPr>
            </a:pPr>
            <a:r>
              <a:t>Follower Growth Summary – 2025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282828"/>
                </a:solidFill>
              </a:defRPr>
            </a:pPr>
            <a:r>
              <a:t>• TikTok engagement steadily increased from January to October 2025.</a:t>
            </a:r>
            <a:br/>
            <a:r>
              <a:t>• Net follower growth remained positive each month.</a:t>
            </a:r>
            <a:br/>
            <a:r>
              <a:t>• Consistency and creative strategy drove engagement gains.</a:t>
            </a:r>
            <a:br/>
            <a:r>
              <a:t>• Learnings will guide Gride’s 2026 cross-platform campaigns.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